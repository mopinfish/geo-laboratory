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a small island.</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mineral, glowing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In front of it, blocks of stone are laid out as seats. The island sometimes uses the place as a venue for events.</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と、座席代わりに並べられた石（湖上イベントの会場として使われることがある）。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a hundred metres up,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a few hundred metres up.</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that nothing in the method is new. I used three indices, and they are all simple band arithmetic. NDWI is built from the green band and the near-infrared band. MNDWI is built from the green band and the short-wave infrared band. NDVI, the vegetation index, is built from the near-infrared band and the red band. A pixel counts as water if NDWI is above minus zero point two, or MNDWI is above minus zero point one, and NDVI is not above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- 3指数の**式の構成は投影しない**（担当者ルーリング）。したがって「何と何から作るか」は英語の発話で必ず言う。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of them at least one hundred square metres.</a:t>
            </a:r>
          </a:p>
          <a:p/>
          <a:p>
            <a:r>
              <a:t>Let me give you both of the scenes I ran. Spring: 2025-03-23, 0.0% cloud — 113 reported polygons, largest 1.28 hectares. Summer: 2025-08-02, 0.7% cloud — 145 polygons, largest 7,826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get confused with each other. The NDVI vegetation mask removed only nine pixels. Nine. My worry was simply wrong, and I would rather tell you that than quietly leave it out.</a:t>
            </a:r>
          </a:p>
          <a:p/>
          <a:p>
            <a:r>
              <a:t>Now look at where the polygons are. They cluster in the north, the south-east, the centre and the west, and that pattern sits on top of where the historical records say the quarrying was. At the peak in 1957 the island had one hundred and twenty-seven recorded quarry sites. My scan returned one hundred and forty-five detections. Those two numbers are close, and I want to be careful here. This is a comparison of scale, and not a one-to-one match. I have not matched detection number one to quarry number one, and I am not claiming that I can.</a:t>
            </a:r>
          </a:p>
          <a:p/>
          <a:p>
            <a:r>
              <a:t>The line at the bottom of the slide is the one I would most like you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必須発話6行はこのスライドの契約事項。時間が押しても削らない。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put the two scales side by side, because this gap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to "how many drowned quarries are on this island" was: nobody knows.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two days ago, on the thirty-first of August, I went back to the island. I want to be very clear about what this is and what it is not. This is a first look. It is not validation.</a:t>
            </a:r>
          </a:p>
          <a:p/>
          <a:p>
            <a:r>
              <a:t>Here is how I chose where to go. I opened the published set of one hundred and forty-five polygons, and I made a short list of candidates with their coordinates and their areas. Then I threw most of that ranking away, because on a working quarry island, safety, permission, and simply being able to walk to a place matter more than which pond is the biggest. So these are not a sample designed for accuracy. They are the candidates I could reach.</a:t>
            </a:r>
          </a:p>
          <a:p/>
          <a:p>
            <a:r>
              <a:t>What you are looking at are illustrative field photographs from that day. They show what the scan pointed at, seen from the ground. That is all they show. I have not identified any of them as a specific quarry from the historical record, and I have not counted how many candidates were right and how many were wrong. There are still no accuracy numbers, and two days of photographs would never give me any.</a:t>
            </a:r>
          </a:p>
          <a:p/>
          <a:p>
            <a:r>
              <a:t>But something did change for me on that trip, and it is not a number. Walking to a point because a satellite told me to look there is a very different experience from wandering around and finding a pond by accident. In March, the island showed me what it wanted to show me. In August, I arrived with a list. That list came out of open data and open-source code, and that is the part of this work that travels to other places.</a:t>
            </a:r>
          </a:p>
          <a:p/>
          <a:p>
            <a:r>
              <a:t>**JA (not spoken)** — 訳と補足。読み上げない。</a:t>
            </a:r>
          </a:p>
          <a:p/>
          <a:p>
            <a:r>
              <a:t>- 訳: 8月31日に再訪。これは現地確認の開始であって精度検証ではない。公開済み145件から座標・面積付きの候補リストを作り、面積順位より安全・立入許可・到達可能性を優先して訪問先を選んだ。写真は illustrative であり、丁場としての同定も正誤の集計も行っていない。3月は島が見せるものを見たが、8月はリストを持って行った。</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Let me be precise about what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