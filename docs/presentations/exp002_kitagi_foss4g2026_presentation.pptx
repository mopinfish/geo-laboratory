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look at this wall. This cliff is not natural. People have quarried granite on this island for about four hundred years, and this wall is one result. The water at the bottom arrived later, after the cutting stopped. This is a photograph I took on the island myself. It is not a map, and it is not a result from my analysis. For the next twenty minutes I will show you the same island at three different scales.</a:t>
            </a:r>
          </a:p>
          <a:p/>
          <a:p>
            <a:r>
              <a:t>**JA (not spoken)** — 訳と補足。読み上げない。</a:t>
            </a:r>
          </a:p>
          <a:p/>
          <a:p>
            <a:r>
              <a:t>- 訳: 「この崖は自然のものではない」から入る。この島では約400年にわたり花崗岩が切り出されてきており、この壁はその結果のひとつ。水はその後に溜まったもの。写真は著者が現地で撮影したもので、検出結果の図ではない。</a:t>
            </a:r>
          </a:p>
          <a:p>
            <a:r>
              <a:t>- 冒頭の一言は「この崖は自然のものではない」に固定する。ここで手法の話をしない。</a:t>
            </a:r>
          </a:p>
          <a:p>
            <a:r>
              <a:t>- 氏名・所属は表紙に投影されているため口頭では述べない（発話は写真の説明に集中させる）。</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は埋め戻されないものが多く、一部に雨水と地下水が溜まって池になった。2019年に日本遺産「石の島」認定により、丁場の景観そのものへの関心が高まった。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深く独特な緑の水面、数メートル〜約20メートルとされる水深、湖上に設えられた木製の小さなステージと、座席代わりに並べられた石（湖上イベントの会場として使われることがある）。イベント中に訪れたのは徒歩または車で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Two companies once held quarrying rights side by side. Neither company cut through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 (not spoken)** — 訳と補足。読み上げない。</a:t>
            </a:r>
          </a:p>
          <a:p/>
          <a:p>
            <a:r>
              <a:t>- 訳: 2日目に湖上ステージからドローンを飛ばした。上空からは緑の樹冠に切り込まれた灰色の矩形として見える。かつて2社が隣り合って採石権を持っていたが、どちらもその境界を切り崩さなかったため、細い花崗岩の壁として残ってい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quarry sites I had visited — and how little of the island I had seen. There is one instrument that covers the whole island in a single frame, and it is free to use.</a:t>
            </a:r>
          </a:p>
          <a:p/>
          <a:p>
            <a:r>
              <a:t>I downloaded a Sentinel-2 Level-2A scene through the STAC API of the Microsoft Planetary Computer. The summer scene is from the second of August 2025, with zero point seven percent cloud, on a ten metre grid.</a:t>
            </a:r>
          </a:p>
          <a:p/>
          <a:p>
            <a:r>
              <a:t>I want to say clearly that this is a standard water-index workflow; the method is not new. All three indices are simple band arithmetic. NDWI compares green and near-infrared light. MNDWI compares green and short-wave infrared. NDVI compares near-infrared and red. Either water index can flag a pixel. NDVI then removes pixels marked as vegetation. The exact expression is on the slide.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のシーンを Microsoft Planetary Computer の STAC API 経由でダウンロードした。2025年8月2日・雲量0.7%・10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指数の説明は1文1指数の短文に分けてあるので、続けて速く読まず、指数ごとに区切る。</a:t>
            </a:r>
          </a:p>
          <a:p>
            <a:r>
              <a:t>- `STAC` は一語として読まず、`S-T-A-C` と1文字ずつ読む。</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For spring, I used a scene from the twenty-third of March 2025. Its reported cloud cover was zero point zero percent. We reported one hundred and thirteen polygons. The largest was one point two eight hectares. The summer scene was from the second of August 2025, with zero point seven percent cloud. It returned one hundred and forty-five polygons.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2025-03-23・報告雲量0.0%・報告113件・最大1.28 ha、夏季 2025-08-02・雲量0.7%・145件・最大7,826 m²。両者は差があるが原因は特定できていない。春季値は当時の報告値で実行設定が保存されていない。NDVIマスクの除外は9ピクセルのみ（この結果への寄与は小さかった）。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雲量は「報告値（reported cloud cover）」として数値で述べる。「雲がまったく無かった」のような見た目の印象に置き換えない。</a:t>
            </a:r>
          </a:p>
          <a:p>
            <a:r>
              <a:t>- 数値は1文1項目に分けてある。7,826 m²（seven thousand eight hundred and twenty-six square metres）の前後では一拍置き、桁を潰さずに言う。</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 (not spoken)** — 訳と補足。読み上げない。</a:t>
            </a:r>
          </a:p>
          <a:p/>
          <a:p>
            <a:r>
              <a:t>- 訳: 徒歩＝質感、上空＝境界、衛星＝分布。三つは優劣ではなく別のものを見せる。ひとつの縮尺だけで作業すると、問題の一部しか見えていない可能性がある。</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One reference point: every OpenStreetMap quarry feature in the comparison overlapped a detection. I pulled that comparison in late August, and I am showing it only as a reference. But OpenStreetMap is not ground truth, and overlap does not prove identity. So I will not call it agreement, and I do not report it as accuracy.</a:t>
            </a:r>
          </a:p>
          <a:p/>
          <a:p>
            <a:r>
              <a:t>Before the scan, the honest answer I could find to "how many drowned quarries are on this island" was that there is no public island-wide list. Nor does the scan tell us how many drowned quarries exist. It gives 145 water-polygon candidates to prioritise, subject to access, safety and permission. That finite list makes fieldwork possible to plan.</a:t>
            </a:r>
          </a:p>
          <a:p/>
          <a:p>
            <a:r>
              <a:t>**JA (not spoken)** — 訳と補足。読み上げない。</a:t>
            </a:r>
          </a:p>
          <a:p/>
          <a:p>
            <a:r>
              <a:t>- 訳: 訪問5〜6か所に対し、1シーンから145件の検出。訪問地点を個別ポリゴンに照合した記録はないため、これは規模の対比にとどまる。個別の池は現地確認されておらず、精度指標もない。参考として、比較対象としたOSMの丁場地物はいずれも検出と重なった（照合は8月下旬）。ただしOSMは正解データではなく、重なりは同一地物であることの証明にはならないため、精度としては報告しない。走査の前に見つけられた答えは「島全体を網羅した公開リストは無い」であり、走査もまた丁場池の総数を教えてはくれない。得られるのは、立入可否・安全・許可を前提に優先順位を付けるための水域ポリゴン候補145件であり、この有限のリストが現地調査の計画を可能にす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return visit to the island, on the thirty-first of August. I want to be very clear about what it is and what it is not. It is a first look. It is not validation.</a:t>
            </a:r>
          </a:p>
          <a:p/>
          <a:p>
            <a:r>
              <a:t>Here is how I choose where to go. The published set of one hundred and forty-five polygons carries a coordinate and an area for every candidate, so a short list is easy to build. But area ranking is not what decides the route. On a working quarry island, safety, permission, and simply being able to walk to a place matter more than which pond is the largest. So these points are not a sample designed for accuracy. They are candidates selected for an attempted field visit.</a:t>
            </a:r>
          </a:p>
          <a:p/>
          <a:p>
            <a:r>
              <a:t>The photographs in these slots are there to illustrate the candidates, not to validate accuracy. They are meant to show what the scan pointed at, seen from the ground, and nothing beyond that. No candidate here is identified as a specific quarry from the historical record, and there is no count of how many candidates were right and how many were wrong. There are no accuracy numbers on this slide, and a day of photographs would never produce any.</a:t>
            </a:r>
          </a:p>
          <a:p/>
          <a:p>
            <a:r>
              <a:t>What a visit like this changes is not a number. Walking to a place because a satellite pointed at it is a very different way of working from wandering around and finding a pond by accident. In March, the island decided what I saw. This time the list comes first, and the list comes out of open data and open-source code. That is the part of this work that travels to other islands.</a:t>
            </a:r>
          </a:p>
          <a:p/>
          <a:p>
            <a:r>
              <a:t>**JA (not spoken)** — 訳と補足。読み上げない。</a:t>
            </a:r>
          </a:p>
          <a:p/>
          <a:p>
            <a:r>
              <a:t>- 訳: 8月31日の再訪スライド。これは現地確認の開始であって精度検証ではない。公開済み145件は各候補の座標と面積を持つため候補リストは容易に作れるが、訪問先は面積順位ではなく安全・立入許可・到達可能性で決める。これらは訪問を試みる対象として選んだ候補であり、到達できることが事前に確認されているわけではない。写真は illustrative であり、候補を歴史記録上の丁場として同定するものでも、正誤を集計するものでもない。3月は島が見せるものを見たが、今回はリストが先にある。</a:t>
            </a:r>
          </a:p>
          <a:p>
            <a:r>
              <a:t>- **[UPDATE AFTER 2026-08-31]** 再訪の実施後にこのスライドを見直す。英語本文は再訪前に書いたため、まだ起きていない出来事・情景・感想を語らず、候補の選び方と写真が示す範囲、そして留保だけで構成してある。写真が確定したら、実際に写っているものに合わせて英語本文を書き直す。</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take this any further, I should be explicit about its limits.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straightforward, but essential.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はこの実行では9ピクセルのみで、この結果への寄与は小さかった。次の一手は候補の踏査・海岸線用の陸域マスク・高分解能画像。</a:t>
            </a:r>
          </a:p>
          <a:p>
            <a:r>
              <a:t>- 限界は弁明せず短く言い切る。ここで補足を足すほど弱く聞こえる。</a:t>
            </a:r>
          </a:p>
          <a:p>
            <a:r>
              <a:t>- 冒頭は「次に進む前に限界を明示する」という前置きで入る。11枚版（S9なしでS8の直後）でもそのまま成立する言い方にしてある。</a:t>
            </a:r>
          </a:p>
          <a:p>
            <a:r>
              <a:t>- 「次の一手」は退屈な作業としてではなく、簡明だが不可欠な作業として述べる。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next step possible, 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pipeline uses open-source Python libraries, including Rasterio, NumPy and Shapely. There are no licence fees and no imagery to buy.</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S10の「見に行く」を可能にするために、145件は GeoJSON（EPSG:4326）として公開済み。パイプラインは現地調査・遺産記録向けにラスタ出力も生成するが、こちらは出力仕様であって公開物ではない。実装はOSSのPythonライブラリのみで、口頭ではrasterio・numpy・shapelyの3つだけを挙げる（6つの全リストはフッターに投影されている）。ライセンス費・画像購入費は不要。瀬戸内の他の採石島へ展開可能だが、閾値はそのまま持ち込めない。</a:t>
            </a:r>
          </a:p>
          <a:p>
            <a:r>
              <a:t>- 公開物（GeoJSON）とパイプライン出力（GeoTIFF）を混同しない。この区別を英語で必ず言う。</a:t>
            </a:r>
          </a:p>
          <a:p>
            <a:r>
              <a:t>- ライブラリ名の6連続は口頭では潰れるため、発話は3つに絞る。残りはフッターの投影で足りる。</a:t>
            </a:r>
          </a:p>
          <a:p>
            <a:r>
              <a:t>- `EPSG 4326` に触れる場合は `E-P-S-G four three two six` と1文字ずつ読む。</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0088" y="3337560"/>
            <a:ext cx="8711823"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