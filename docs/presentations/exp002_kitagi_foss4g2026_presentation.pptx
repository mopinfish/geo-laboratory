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have quarried granite on this island for about four hundred years; this wall is one result.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この結果への寄与は小さかった）。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The scan does not answer that question either. What it gives me is one hundred and forty-five water-polygon candidates to prioritise for field checking, subject to access, safety and permission. The candidates form a finite field-check list, and that is what makes the next step possible to plan.</a:t>
            </a:r>
          </a:p>
          <a:p/>
          <a:p>
            <a:r>
              <a:t>**JA (not spoken)** — 訳と補足。読み上げない。</a:t>
            </a:r>
          </a:p>
          <a:p/>
          <a:p>
            <a:r>
              <a:t>- 訳: 訪問5〜6か所に対し、1シーンから145件の検出。走査の前に見つけられた答えは「島全体を網羅した公開リストは無い」であり、走査もその問いには答えない。得られるのは、立入可否・安全・許可を前提に現地確認の優先順位を付けるための水域ポリゴン候補145件であ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candidates selected for an attempted field visit.</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 (not spoken)** — 訳と補足。読み上げない。</a:t>
            </a:r>
          </a:p>
          <a:p/>
          <a:p>
            <a:r>
              <a:t>- 訳: 8月31日の再訪スライド。これは現地確認の開始であって精度検証ではない。公開済み145件は各候補の座標と面積を持つため候補リストは容易に作れるが、訪問先は面積順位ではなく安全・立入許可・到達可能性で決める。これらは訪問を試みる対象として選んだ候補であり、到達できることが事前に確認されているわけではない。写真は illustrative であり、候補を歴史記録上の丁場として同定するものでも、正誤を集計するものでもない。3月は島が見せるものを見たが、今回はリストが先にある。</a:t>
            </a:r>
          </a:p>
          <a:p>
            <a:r>
              <a:t>- **[UPDATE AFTER 2026-08-31]** 再訪の実施後にこのスライドを見直す。英語本文は再訪前に書いたため、まだ起きていない出来事・情景・感想を語らず、候補の選び方と写真が示す範囲、そして留保だけで構成してある。写真が確定したら、実際に写っているものに合わせて英語本文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0088" y="3337560"/>
            <a:ext cx="8711823"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