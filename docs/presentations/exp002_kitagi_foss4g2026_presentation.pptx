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かつて2社が隣り合って採石権を持っていたが、どちらもその境界を切り崩さなかったため、細い花崗岩の壁として残ってい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say clearly that this is a standard water-index workflow;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のシーンを Microsoft Planetary Computer の STAC API 経由でダウンロードした。2025年8月2日・雲量0.7%・10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2025-03-23・報告雲量0.0%・報告113件・最大1.28 ha、夏季 2025-08-02・雲量0.7%・145件・最大7,826 m²。両者は差があるが原因は特定できていない。春季値は当時の報告値で実行設定が保存されていない。NDVIマスクの除外は9ピクセルのみ（この結果への寄与は小さかった）。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the honest answer I could find to "how many drowned quarries are on this island" was that there is no public island-wide list. Nor does the scan tell us how many drowned quarries exist. It gives 145 water-polygon candidates to prioritise, subject to access, safety and permission. That finite list makes fieldwork possible to plan.</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参考として、比較対象としたOSMの丁場地物はいずれも検出と重なった（照合は8月下旬）。ただしOSMは正解データではなく、重なりは同一地物であることの証明にはならないため、精度としては報告しない。走査の前に見つけられた答えは「島全体を網羅した公開リストは無い」であり、走査もまた丁場池の総数を教えてはくれない。得られるのは、立入可否・安全・許可を前提に優先順位を付けるための水域ポリゴン候補145件であり、この有限のリストが現地調査の計画を可能にす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candidates selected for an attempted field visit.</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 (not spoken)** — 訳と補足。読み上げない。</a:t>
            </a:r>
          </a:p>
          <a:p/>
          <a:p>
            <a:r>
              <a:t>- 訳: 8月31日の再訪スライド。これは現地確認の開始であって精度検証ではない。公開済み145件は各候補の座標と面積を持つため候補リストは容易に作れるが、訪問先は面積順位ではなく安全・立入許可・到達可能性で決める。これらは訪問を試みる対象として選んだ候補であり、到達できることが事前に確認されているわけではない。写真は illustrative であり、候補を歴史記録上の丁場として同定するものでも、正誤を集計するものでもない。3月は島が見せるものを見たが、今回はリストが先にある。</a:t>
            </a:r>
          </a:p>
          <a:p>
            <a:r>
              <a:t>- **[UPDATE AFTER 2026-08-31]** 再訪の実施後にこのスライドを見直す。英語本文は再訪前に書いたため、まだ起きていない出来事・情景・感想を語らず、候補の選び方と写真が示す範囲、そして留保だけで構成してある。写真が確定したら、実際に写っているものに合わせて英語本文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冒頭は「次に進む前に限界を明示する」という前置きで入る。11枚版（S9なしでS8の直後）でもそのまま成立する言い方にしてある。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S10の「見に行く」を可能にするために、145件は GeoJSON（EPSG:4326）として公開済み。パイプラインは現地調査・遺産記録向けにラスタ出力も生成するが、こちらは出力仕様であって公開物ではない。実装はOSSのPythonライブラリのみで、口頭ではrasterio・numpy・shapelyの3つだけを挙げる（6つの全リストはフッターに投影されている）。ライセンス費・画像購入費は不要。瀬戸内の他の採石島へ展開可能だが、閾値はそのまま持ち込めない。</a:t>
            </a:r>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36171" y="3337560"/>
            <a:ext cx="871965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