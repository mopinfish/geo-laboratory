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fig03_keirin_clif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240" y="2011680"/>
            <a:ext cx="3291840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2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3.jpg"/>
          <p:cNvPicPr>
            <a:picLocks noChangeAspect="1"/>
          </p:cNvPicPr>
          <p:nvPr/>
        </p:nvPicPr>
        <p:blipFill>
          <a:blip r:embed="rId3"/>
          <a:srcRect t="43344" b="14448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fig09_multi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456" y="3337560"/>
            <a:ext cx="8711088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2026-08-31 — return visit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Candidates selected from the published GeoJSON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Illustrative field photographs — not accuracy validation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What the scan pointed at, seen from the ground.</a:t>
            </a:r>
          </a:p>
        </p:txBody>
      </p:sp>
      <p:pic>
        <p:nvPicPr>
          <p:cNvPr id="4" name="Picture1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