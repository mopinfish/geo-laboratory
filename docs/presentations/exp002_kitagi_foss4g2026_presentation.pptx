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deep, mineral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走査の前に見つけられた答えは「島全体を網羅した公開リストは無い」であり、走査の後は「見に行くべき145か所がある」にな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the candidates a person can actually reach.</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 (not spoken)** — 訳と補足。読み上げない。</a:t>
            </a:r>
          </a:p>
          <a:p/>
          <a:p>
            <a:r>
              <a:t>- 訳: 8月31日の再訪スライド。これは現地確認の開始であって精度検証ではない。公開済み145件は各候補の座標と面積を持つため候補リストは容易に作れるが、訪問先は面積順位ではなく安全・立入許可・到達可能性で決める。写真は illustrative であり、候補を歴史記録上の丁場として同定するものでも、正誤を集計するものでもない。3月は島が見せるものを見たが、今回はリストが先にある。</a:t>
            </a:r>
          </a:p>
          <a:p>
            <a:r>
              <a:t>- **[UPDATE AFTER 2026-08-31]** 再訪の実施後にこのスライドを見直す。英語本文は再訪前に書いたため、まだ起きていない出来事・情景・感想を語らず、候補の選び方と写真が示す範囲、そして留保だけで構成してある。写真が確定したら、実際に写っているものに合わせて英語本文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