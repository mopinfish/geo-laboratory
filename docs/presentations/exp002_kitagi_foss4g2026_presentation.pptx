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Detecting Quarry Pond Remnants on a Japanese Island Heritage Site Using Sentinel-2 Imagery and Open-Source Remote Sensing Tools</a:t>
            </a:r>
          </a:p>
        </p:txBody>
      </p:sp>
      <p:sp>
        <p:nvSpPr>
          <p:cNvPr id="3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A quarrying island, and the ponds it left behind</a:t>
            </a:r>
          </a:p>
        </p:txBody>
      </p:sp>
      <p:sp>
        <p:nvSpPr>
          <p:cNvPr id="3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foot: I could stand in front of five or six of them</a:t>
            </a:r>
          </a:p>
        </p:txBody>
      </p:sp>
      <p:sp>
        <p:nvSpPr>
          <p:cNvPr id="3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From the air: the quarry boundaries are the landform</a:t>
            </a:r>
          </a:p>
        </p:txBody>
      </p:sp>
      <p:sp>
        <p:nvSpPr>
          <p:cNvPr id="3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the train home: one satellite scene covers the whole island</a:t>
            </a:r>
          </a:p>
        </p:txBody>
      </p:sp>
      <p:sp>
        <p:nvSpPr>
          <p:cNvPr id="3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scan found 145 water polygons across the island</a:t>
            </a:r>
          </a:p>
        </p:txBody>
      </p:sp>
      <p:sp>
        <p:nvSpPr>
          <p:cNvPr id="3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Each scale shows what the others cannot</a:t>
            </a:r>
          </a:p>
        </p:txBody>
      </p:sp>
      <p:sp>
        <p:nvSpPr>
          <p:cNvPr id="3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Five or six sites visited — the scan produced 145 candidates</a:t>
            </a:r>
          </a:p>
        </p:txBody>
      </p:sp>
      <p:sp>
        <p:nvSpPr>
          <p:cNvPr id="3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Two days ago I went back — a first look, not validation</a:t>
            </a:r>
          </a:p>
        </p:txBody>
      </p:sp>
      <p:sp>
        <p:nvSpPr>
          <p:cNvPr id="3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What this can and cannot tell you</a:t>
            </a:r>
          </a:p>
        </p:txBody>
      </p:sp>
      <p:sp>
        <p:nvSpPr>
          <p:cNvPr id="3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145 polygons are open data now</a:t>
            </a:r>
          </a:p>
        </p:txBody>
      </p:sp>
      <p:sp>
        <p:nvSpPr>
          <p:cNvPr id="3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Check them on the ground, then put them on the map</a:t>
            </a:r>
          </a:p>
        </p:txBody>
      </p:sp>
      <p:sp>
        <p:nvSpPr>
          <p:cNvPr id="3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Detecting Quarry Pond Remnants on a Japanese Island Heritage Site Using Sentinel-2 Imagery and Open-Source Remote Sensing Tools</dc:title>
  <dc:subject/>
  <dc:creator>geo-laboratory exp002</dc:creator>
  <cp:keywords/>
  <dc:description>generated using python-pptx</dc:description>
  <cp:lastModifiedBy>exp002_kitagi_foss4g2026_presentation.py</cp:lastModifiedBy>
  <cp:revision>1</cp:revision>
  <dcterms:created xsi:type="dcterms:W3CDTF">2026-01-01T00:00:00Z</dcterms:created>
  <dcterms:modified xsi:type="dcterms:W3CDTF">2026-01-01T00:00:00Z</dcterms:modified>
  <cp:category/>
</cp:coreProperties>
</file>