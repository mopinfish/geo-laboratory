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deep, mineral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走査の前に見つけられた答えは「島全体を網羅した公開リストは無い」であり、走査の後は「見に行くべき145か所がある」にな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