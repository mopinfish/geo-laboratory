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 (not spoken)** — 訳と補足。読み上げない。</a:t>
            </a:r>
          </a:p>
          <a:p/>
          <a:p>
            <a:r>
              <a:t>- 訳: 「この崖は自然のものではない」から入る。この島では約400年にわたり花崗岩が切り出されてきており、この壁はその結果のひとつ。水はその後に溜まったもの。写真は著者が現地で撮影したもので、検出結果の図ではない。</a:t>
            </a:r>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は埋め戻されないものが多く、一部に雨水と地下水が溜まって池になった。2019年に日本遺産「石の島」認定により、丁場の景観そのものへの関心が高まった。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深く独特な緑の水面、数メートル〜約20メートルとされる水深、湖上に設えられた木製の小さなステージと、座席代わりに並べられた石（湖上イベントの会場として使われることがある）。イベント中に訪れたのは徒歩または車で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 (not spoken)** — 訳と補足。読み上げない。</a:t>
            </a:r>
          </a:p>
          <a:p/>
          <a:p>
            <a:r>
              <a:t>- 訳: 2日目に湖上ステージからドローンを飛ばした。上空からは緑の樹冠に切り込まれた灰色の矩形として見える。かつて2社が隣り合って採石権を持っていたが、どちらもその境界を切り崩さなかったため、細い花崗岩の壁として残ってい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say clearly that this is a standard water-index workflow;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のシーンを Microsoft Planetary Computer の STAC API 経由でダウンロードした。2025年8月2日・雲量0.7%・10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2025-03-23・報告雲量0.0%・報告113件・最大1.28 ha、夏季 2025-08-02・雲量0.7%・145件・最大7,826 m²。両者は差があるが原因は特定できていない。春季値は当時の報告値で実行設定が保存されていない。NDVIマスクの除外は9ピクセルのみ（この結果への寄与は小さかった）。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 (not spoken)** — 訳と補足。読み上げない。</a:t>
            </a:r>
          </a:p>
          <a:p/>
          <a:p>
            <a:r>
              <a:t>- 訳: 徒歩＝質感、上空＝境界、衛星＝分布。三つは優劣ではなく別のものを見せる。ひとつの縮尺だけで作業すると、問題の一部しか見えていない可能性がある。</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the honest answer I could find to "how many drowned quarries are on this island" was that there is no public island-wide list. Nor does the scan tell us how many drowned quarries exist. It gives 145 water-polygon candidates to prioritise, subject to access, safety and permission. That finite list makes fieldwork possible to plan.</a:t>
            </a:r>
          </a:p>
          <a:p/>
          <a:p>
            <a:r>
              <a:t>**JA (not spoken)** — 訳と補足。読み上げない。</a:t>
            </a:r>
          </a:p>
          <a:p/>
          <a:p>
            <a:r>
              <a:t>- 訳: 訪問5〜6か所に対し、1シーンから145件の検出。訪問地点を個別ポリゴンに照合した記録はないため、これは規模の対比にとどまる。個別の池は現地確認されておらず、精度指標もない。参考として、比較対象としたOSMの丁場地物はいずれも検出と重なった（照合は8月下旬）。ただしOSMは正解データではなく、重なりは同一地物であることの証明にはならないため、精度としては報告しない。走査の前に見つけられた答えは「島全体を網羅した公開リストは無い」であり、走査もまた丁場池の総数を教えてはくれない。得られるのは、立入可否・安全・許可を前提に優先順位を付けるための水域ポリゴン候補145件であり、この有限のリストが現地調査の計画を可能にす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はこの実行では9ピクセルのみで、この結果への寄与は小さかった。次の一手は候補の踏査・海岸線用の陸域マスク・高分解能画像。</a:t>
            </a:r>
          </a:p>
          <a:p>
            <a:r>
              <a:t>- 限界は弁明せず短く言い切る。ここで補足を足すほど弱く聞こえる。</a:t>
            </a:r>
          </a:p>
          <a:p>
            <a:r>
              <a:t>- 冒頭は「次に進む前に限界を明示する」という前置きで入る。11枚版（S9なしでS8の直後）でもそのまま成立する言い方にしてある。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S10の「見に行く」を可能にするために、145件は GeoJSON（EPSG:4326）として公開済み。パイプラインは現地調査・遺産記録向けにラスタ出力も生成するが、こちらは出力仕様であって公開物ではない。実装はOSSのPythonライブラリのみで、口頭ではrasterio・numpy・shapelyの3つだけを挙げる（6つの全リストはフッターに投影されている）。ライセンス費・画像購入費は不要。瀬戸内の他の採石島へ展開可能だが、閾値はそのまま持ち込めない。</a:t>
            </a:r>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36171" y="3337560"/>
            <a:ext cx="8719657"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