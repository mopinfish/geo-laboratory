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have quarried granite on this island for about four hundred years; this wall is one result.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この島では約400年にわたり花崗岩が切り出されてきており、この壁はその結果のひとつ。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は埋め戻されないものが多く、一部に雨水と地下水が溜まって池になった。2019年に日本遺産「石の島」認定により、丁場の景観そのものへの関心が高まった。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深く独特な緑の水面、数メートル〜約20メートルとされる水深、湖上に設えられた木製の小さなステージと、座席代わりに並べられた石（湖上イベントの会場として使われることがある）。イベント中に訪れたのは徒歩または車で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nothing in the method is new. I used three indices, all of them simple band arithmetic. NDWI is built from the green band and the near-infrared band. MNDWI is built from the green band and the short-wave infrared band. NDVI, the vegetation index, is built from the near-infrared band and the red band. The rule that combines them is simple, and the exact expression is on the slide. A pixel counts as water when either water index is high enough on its own, unless the vegetation index marks that pixel as vegetation.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In spring, on the twenty-third of March 2025, the scene had no cloud at all; we reported one hundred and thirteen polygons, and the largest of them was one point two eight hectares. In summer, on the second of August 2025, cloud was zero point seven percent; the scan returned one hundred and forty-five polygons, and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My worry was simply wrong,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 (not spoken)** — 訳と補足。読み上げない。</a:t>
            </a:r>
          </a:p>
          <a:p/>
          <a:p>
            <a:r>
              <a:t>- 訳: 徒歩＝質感、上空＝境界、衛星＝分布。三つは優劣ではなく別のものを見せる。ひとつの縮尺だけで作業すると、問題の一部しか見えていない可能性がある。</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I could find to "how many drowned quarries are on this island" was that there is no public island-wide list. The scan does not answer that question either. What it gives me is one hundred and forty-five water-polygon candidates to prioritise for field checking, subject to access, safety and permission. The candidates form a finite field-check list, and that is what makes the next step possible to plan.</a:t>
            </a:r>
          </a:p>
          <a:p/>
          <a:p>
            <a:r>
              <a:t>**JA (not spoken)** — 訳と補足。読み上げない。</a:t>
            </a:r>
          </a:p>
          <a:p/>
          <a:p>
            <a:r>
              <a:t>- 訳: 訪問5〜6か所に対し、1シーンから145件の検出。走査の前に見つけられた答えは「島全体を網羅した公開リストは無い」であり、走査もその問いには答えない。得られるのは、立入可否・安全・許可を前提に現地確認の優先順位を付けるための水域ポリゴン候補145件である。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はこの実行では9ピクセルのみで、この結果への寄与は小さかった。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0088" y="3337560"/>
            <a:ext cx="8711823"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