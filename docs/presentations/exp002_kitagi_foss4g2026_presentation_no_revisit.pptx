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have quarried granite on this island for about four hundred years; this wall is one result.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The scan does not answer that question either. What it gives me is one hundred and forty-five water-polygon candidates to prioritise for field checking, subject to access, safety and permission. The candidates form a finite field-check list, and that is what makes the next step possible to plan.</a:t>
            </a:r>
          </a:p>
          <a:p/>
          <a:p>
            <a:r>
              <a:t>**JA (not spoken)** — 訳と補足。読み上げない。</a:t>
            </a:r>
          </a:p>
          <a:p/>
          <a:p>
            <a:r>
              <a:t>- 訳: 訪問5〜6か所に対し、1シーンから145件の検出。走査の前に見つけられた答えは「島全体を網羅した公開リストは無い」であり、走査もその問いには答えない。得られるのは、立入可否・安全・許可を前提に現地確認の優先順位を付けるための水域ポリゴン候補145件であ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